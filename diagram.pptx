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18" d="100"/>
          <a:sy n="118" d="100"/>
        </p:scale>
        <p:origin x="90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219E-6267-6A8D-D9A9-610283A49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EE102-9E1D-3F32-075A-A2A431340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38035-3C4D-7186-2A7B-1BA16CE1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79BF3-AD97-A285-81AC-257B10FD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4EA20-C52E-3921-4A40-092AF323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6711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202F6-EA34-3542-8831-CE4794FE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2DC13-00FD-41B7-04AC-6FF5D7616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8D8E1-92C2-4954-C229-6F4DCB38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A45E0-C703-BE61-B86B-4B9C8FED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FE529-44D1-E060-FB18-C52D2B7F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50625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67E4-C8A0-EEEC-974B-5162F873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8B14D-B4C5-BA0E-2BC3-EF1AAE0DB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6BF1B-D8C3-D711-782D-155F3236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05996-D0C6-72FA-65DB-A18F464E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A3525-C3D8-B89C-068A-AFC97668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9606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F41A-D28A-3827-76ED-F8E0AAB5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CCC12-E28D-AC12-0CAD-2A0F175EB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2E72C-1930-7C0E-F0DA-A50ADA4F8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E3821-0449-FB86-EA6C-17321DC60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15D1B-8A6A-D81D-152A-C5596ABF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FA5AA-462D-6A1C-38A7-6446F3225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374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7B40-2789-3390-B12B-5EB2533A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09023-C8C0-FA88-944D-83AB0E622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9A72A-DB0C-F471-9888-C5E7EC86C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173B01-CB5F-72A5-0BB1-4B0D95B4F9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F6DE6-4E42-A83F-FE95-6AE7ADDF2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274D0-D56E-9AE3-D028-E038D73F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6EED9-94B8-4943-B169-FFE8450D5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9F09C-F005-832F-D4D4-B25173F18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8066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3F52A-3A05-2AD2-9C13-CFFEB8CE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9BB18-3CDB-9986-5DD4-5AA70B85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C5048-E643-3503-B59F-F59E7295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74DA9-5756-3E42-0116-C56D7456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5171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F08BC-88BE-0BF6-89E8-624DC554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254F36-EDB1-8E23-47FC-319D5529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CDB4B-F5A9-C676-2882-8A53E3FE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26308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73D7-FAC5-8C49-B578-198F576A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41612-1065-BA28-94A2-65D916190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B0068-A389-579B-0AA2-BD4226522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BAEDA-6471-AF11-003D-AF9FE8EF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072E1-CCDF-E0D3-4F05-DF4E4B954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0A305-737E-2411-F0A9-9E00FAC3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34067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0854-9B29-4811-6782-359CD2EE6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1352A3-572D-D344-C6E1-4ADF0EC7A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D113B-D9DF-0B2B-6EAC-421271C63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3F682-A317-0FAB-A72F-222671A2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3FA61-BCA1-A3C2-6B62-CD3BA1A8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E6FE3-8DD4-28A6-1ADC-33527593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19369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0F0E0-4C2F-E6FF-2941-F3E9E28F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82E89-9DC4-41AA-C793-EC3AE7D7F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CFBFC-FC3B-AA71-71E8-413AF46F0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64548-89C7-6DF2-6284-73A999B42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43155-E970-590F-1C44-4B36277EE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8604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78CACA-225F-D29F-564A-ADAC14620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100E6-9C07-4377-F448-BE97E6F2E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8737B-C23C-F095-20AE-98EB251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F25E6-0617-C326-A2A7-892BBE4D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BEF69-7D01-6778-957E-D6C1022C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2484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BB18B4-E750-C662-051B-FBEE155C8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FA0F5-FA79-7FA1-E76E-5B78CDFD2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EE4B3-2981-C888-8D79-313ED6766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8AF9A-1C61-CD44-9A14-CA7987173BA2}" type="datetimeFigureOut">
              <a:rPr lang="en-TW" smtClean="0"/>
              <a:t>2026/4/27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CE1EA-CB11-D051-FCEA-E46269E17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561CA-A8E1-D6AA-827E-065431415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FD04E-E74F-A64C-A5FD-086960641DD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24450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User with solid fill">
            <a:extLst>
              <a:ext uri="{FF2B5EF4-FFF2-40B4-BE49-F238E27FC236}">
                <a16:creationId xmlns:a16="http://schemas.microsoft.com/office/drawing/2014/main" id="{B41CA39F-51D1-BA77-01FB-CB009F471C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0498" y="944388"/>
            <a:ext cx="739967" cy="739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151D4-9A11-8250-00D0-EC6E64610F34}"/>
              </a:ext>
            </a:extLst>
          </p:cNvPr>
          <p:cNvSpPr txBox="1"/>
          <p:nvPr/>
        </p:nvSpPr>
        <p:spPr>
          <a:xfrm>
            <a:off x="2444923" y="1580332"/>
            <a:ext cx="652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User</a:t>
            </a:r>
          </a:p>
        </p:txBody>
      </p:sp>
      <p:pic>
        <p:nvPicPr>
          <p:cNvPr id="4" name="Graphic 3" descr="Web design outline">
            <a:extLst>
              <a:ext uri="{FF2B5EF4-FFF2-40B4-BE49-F238E27FC236}">
                <a16:creationId xmlns:a16="http://schemas.microsoft.com/office/drawing/2014/main" id="{DD4DB266-CBAE-9CC8-CB3C-66D531471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6016" y="962020"/>
            <a:ext cx="739967" cy="73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A690F5-44B1-A636-8F6D-ECE7FF8DF994}"/>
              </a:ext>
            </a:extLst>
          </p:cNvPr>
          <p:cNvSpPr txBox="1"/>
          <p:nvPr/>
        </p:nvSpPr>
        <p:spPr>
          <a:xfrm>
            <a:off x="5422545" y="1580332"/>
            <a:ext cx="1346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Frontend UI</a:t>
            </a:r>
          </a:p>
        </p:txBody>
      </p:sp>
      <p:pic>
        <p:nvPicPr>
          <p:cNvPr id="6" name="Graphic 5" descr="Server outline">
            <a:extLst>
              <a:ext uri="{FF2B5EF4-FFF2-40B4-BE49-F238E27FC236}">
                <a16:creationId xmlns:a16="http://schemas.microsoft.com/office/drawing/2014/main" id="{1F972042-3F32-A55D-7865-21B7375932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5932" y="962020"/>
            <a:ext cx="739967" cy="7399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0AE458-F8DB-204E-CC16-632E77C3CA42}"/>
              </a:ext>
            </a:extLst>
          </p:cNvPr>
          <p:cNvSpPr txBox="1"/>
          <p:nvPr/>
        </p:nvSpPr>
        <p:spPr>
          <a:xfrm>
            <a:off x="8786575" y="1580332"/>
            <a:ext cx="119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API Server</a:t>
            </a:r>
          </a:p>
        </p:txBody>
      </p:sp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3DA8C2F-91A1-87BE-1B38-E5786DD7F7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2876" y="4598533"/>
            <a:ext cx="739967" cy="7399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CAEC47-5BFD-EC43-4824-12917181021A}"/>
              </a:ext>
            </a:extLst>
          </p:cNvPr>
          <p:cNvSpPr txBox="1"/>
          <p:nvPr/>
        </p:nvSpPr>
        <p:spPr>
          <a:xfrm>
            <a:off x="8852684" y="5338500"/>
            <a:ext cx="112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AWS SQS</a:t>
            </a:r>
          </a:p>
        </p:txBody>
      </p:sp>
      <p:pic>
        <p:nvPicPr>
          <p:cNvPr id="10" name="Graphic 9" descr="Construction worker male outline">
            <a:extLst>
              <a:ext uri="{FF2B5EF4-FFF2-40B4-BE49-F238E27FC236}">
                <a16:creationId xmlns:a16="http://schemas.microsoft.com/office/drawing/2014/main" id="{C4FA6CED-A302-6FA8-D280-460871B93A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2490" y="4598533"/>
            <a:ext cx="739968" cy="739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A399B3-3699-AA4D-F77D-08385D7010F0}"/>
              </a:ext>
            </a:extLst>
          </p:cNvPr>
          <p:cNvSpPr txBox="1"/>
          <p:nvPr/>
        </p:nvSpPr>
        <p:spPr>
          <a:xfrm>
            <a:off x="5605909" y="5338501"/>
            <a:ext cx="893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Worker</a:t>
            </a:r>
          </a:p>
        </p:txBody>
      </p:sp>
      <p:pic>
        <p:nvPicPr>
          <p:cNvPr id="12" name="Graphic 11" descr="Database outline">
            <a:extLst>
              <a:ext uri="{FF2B5EF4-FFF2-40B4-BE49-F238E27FC236}">
                <a16:creationId xmlns:a16="http://schemas.microsoft.com/office/drawing/2014/main" id="{04D3CC9C-8456-203F-A458-5A2B3186C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0498" y="4598533"/>
            <a:ext cx="739967" cy="7399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F97577-A240-5515-7F1D-6F7178E78538}"/>
              </a:ext>
            </a:extLst>
          </p:cNvPr>
          <p:cNvSpPr txBox="1"/>
          <p:nvPr/>
        </p:nvSpPr>
        <p:spPr>
          <a:xfrm>
            <a:off x="2165425" y="5338500"/>
            <a:ext cx="1277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W" dirty="0"/>
              <a:t>AWS S3</a:t>
            </a:r>
          </a:p>
          <a:p>
            <a:pPr algn="ctr"/>
            <a:r>
              <a:rPr lang="en-TW" dirty="0"/>
              <a:t>Postre SQL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F2FB00-E171-D358-9B8F-70438320F412}"/>
              </a:ext>
            </a:extLst>
          </p:cNvPr>
          <p:cNvSpPr txBox="1"/>
          <p:nvPr/>
        </p:nvSpPr>
        <p:spPr>
          <a:xfrm>
            <a:off x="3426146" y="945040"/>
            <a:ext cx="2233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Type company name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0987FF-B6C0-9959-AF7F-385FD74EB775}"/>
              </a:ext>
            </a:extLst>
          </p:cNvPr>
          <p:cNvSpPr txBox="1"/>
          <p:nvPr/>
        </p:nvSpPr>
        <p:spPr>
          <a:xfrm>
            <a:off x="6674667" y="934001"/>
            <a:ext cx="216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TW" dirty="0"/>
              <a:t>end in .json format</a:t>
            </a:r>
          </a:p>
        </p:txBody>
      </p:sp>
      <p:pic>
        <p:nvPicPr>
          <p:cNvPr id="16" name="Graphic 15" descr="Paper with solid fill">
            <a:extLst>
              <a:ext uri="{FF2B5EF4-FFF2-40B4-BE49-F238E27FC236}">
                <a16:creationId xmlns:a16="http://schemas.microsoft.com/office/drawing/2014/main" id="{E49DF0D5-5D40-D113-92FA-44AB8BF42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1290" y="418557"/>
            <a:ext cx="369333" cy="369333"/>
          </a:xfrm>
          <a:prstGeom prst="rect">
            <a:avLst/>
          </a:prstGeom>
        </p:spPr>
      </p:pic>
      <p:sp>
        <p:nvSpPr>
          <p:cNvPr id="17" name="Curved Down Arrow 16">
            <a:extLst>
              <a:ext uri="{FF2B5EF4-FFF2-40B4-BE49-F238E27FC236}">
                <a16:creationId xmlns:a16="http://schemas.microsoft.com/office/drawing/2014/main" id="{5F2C5AF8-480A-D1A0-B7D0-D69F67B53D52}"/>
              </a:ext>
            </a:extLst>
          </p:cNvPr>
          <p:cNvSpPr/>
          <p:nvPr/>
        </p:nvSpPr>
        <p:spPr>
          <a:xfrm>
            <a:off x="6521673" y="807311"/>
            <a:ext cx="2524259" cy="38426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261004-89CD-E39B-9CE3-30662EA86D1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9382860" y="1949664"/>
            <a:ext cx="1" cy="264886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0931008-6BD1-F4E1-FD93-CA7010159952}"/>
              </a:ext>
            </a:extLst>
          </p:cNvPr>
          <p:cNvSpPr txBox="1"/>
          <p:nvPr/>
        </p:nvSpPr>
        <p:spPr>
          <a:xfrm>
            <a:off x="9465194" y="3093509"/>
            <a:ext cx="1180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Send Task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4479A1-D1CA-9F26-896B-39F3009EBCD8}"/>
              </a:ext>
            </a:extLst>
          </p:cNvPr>
          <p:cNvSpPr txBox="1"/>
          <p:nvPr/>
        </p:nvSpPr>
        <p:spPr>
          <a:xfrm>
            <a:off x="8483254" y="2950608"/>
            <a:ext cx="899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/>
              <a:t>Return </a:t>
            </a:r>
          </a:p>
          <a:p>
            <a:r>
              <a:rPr lang="en-TW" dirty="0"/>
              <a:t>job_id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5C2387-2C3F-820A-8BC7-1E73E2833D7D}"/>
              </a:ext>
            </a:extLst>
          </p:cNvPr>
          <p:cNvCxnSpPr>
            <a:cxnSpLocks/>
          </p:cNvCxnSpPr>
          <p:nvPr/>
        </p:nvCxnSpPr>
        <p:spPr>
          <a:xfrm flipH="1">
            <a:off x="6347595" y="4968516"/>
            <a:ext cx="2665281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D36AAED-FB24-3907-9BFA-52B3D3B06D7F}"/>
              </a:ext>
            </a:extLst>
          </p:cNvPr>
          <p:cNvSpPr txBox="1"/>
          <p:nvPr/>
        </p:nvSpPr>
        <p:spPr>
          <a:xfrm>
            <a:off x="6702512" y="4599184"/>
            <a:ext cx="216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Pick task from SQS</a:t>
            </a:r>
            <a:endParaRPr lang="en-TW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90EB1A-F955-3556-99DC-CB37BB81C1C6}"/>
              </a:ext>
            </a:extLst>
          </p:cNvPr>
          <p:cNvCxnSpPr>
            <a:cxnSpLocks/>
          </p:cNvCxnSpPr>
          <p:nvPr/>
        </p:nvCxnSpPr>
        <p:spPr>
          <a:xfrm flipH="1">
            <a:off x="3097409" y="4968516"/>
            <a:ext cx="25850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E1163E1-60BB-4BBD-05F5-412417B0CFD4}"/>
              </a:ext>
            </a:extLst>
          </p:cNvPr>
          <p:cNvSpPr txBox="1"/>
          <p:nvPr/>
        </p:nvSpPr>
        <p:spPr>
          <a:xfrm>
            <a:off x="3502038" y="4322185"/>
            <a:ext cx="1905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W" dirty="0"/>
              <a:t>Save task results </a:t>
            </a:r>
          </a:p>
          <a:p>
            <a:pPr algn="ctr"/>
            <a:r>
              <a:rPr lang="en-TW" dirty="0"/>
              <a:t>in database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24C1C6-6235-EEC3-D957-05E9048169EC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6465983" y="1332004"/>
            <a:ext cx="2579949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4D9AE0F-3251-0307-1B46-00828CE59D7A}"/>
              </a:ext>
            </a:extLst>
          </p:cNvPr>
          <p:cNvSpPr txBox="1"/>
          <p:nvPr/>
        </p:nvSpPr>
        <p:spPr>
          <a:xfrm>
            <a:off x="6661540" y="1322755"/>
            <a:ext cx="2203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Routinely get results</a:t>
            </a:r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17298E3C-26DE-B103-A7AA-3559B1526CE9}"/>
              </a:ext>
            </a:extLst>
          </p:cNvPr>
          <p:cNvCxnSpPr>
            <a:cxnSpLocks/>
            <a:stCxn id="12" idx="0"/>
            <a:endCxn id="7" idx="1"/>
          </p:cNvCxnSpPr>
          <p:nvPr/>
        </p:nvCxnSpPr>
        <p:spPr>
          <a:xfrm rot="5400000" flipH="1" flipV="1">
            <a:off x="4356761" y="168720"/>
            <a:ext cx="2833535" cy="6026093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FC43127-39A1-8B4E-1B67-B38B0254C366}"/>
              </a:ext>
            </a:extLst>
          </p:cNvPr>
          <p:cNvSpPr txBox="1"/>
          <p:nvPr/>
        </p:nvSpPr>
        <p:spPr>
          <a:xfrm rot="20320213">
            <a:off x="4135719" y="2477840"/>
            <a:ext cx="2744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Query results using job_id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411765-74FB-F8DC-9302-58A8E357054F}"/>
              </a:ext>
            </a:extLst>
          </p:cNvPr>
          <p:cNvCxnSpPr>
            <a:cxnSpLocks/>
          </p:cNvCxnSpPr>
          <p:nvPr/>
        </p:nvCxnSpPr>
        <p:spPr>
          <a:xfrm>
            <a:off x="3097409" y="1338065"/>
            <a:ext cx="2628607" cy="110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99210D5-AACA-9C33-979C-232A54E3A00B}"/>
              </a:ext>
            </a:extLst>
          </p:cNvPr>
          <p:cNvSpPr txBox="1"/>
          <p:nvPr/>
        </p:nvSpPr>
        <p:spPr>
          <a:xfrm>
            <a:off x="3576905" y="1378821"/>
            <a:ext cx="1620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W" dirty="0"/>
              <a:t>Rendering and</a:t>
            </a:r>
          </a:p>
          <a:p>
            <a:pPr algn="ctr"/>
            <a:r>
              <a:rPr lang="en-TW" dirty="0"/>
              <a:t>interaction</a:t>
            </a:r>
          </a:p>
        </p:txBody>
      </p:sp>
    </p:spTree>
    <p:extLst>
      <p:ext uri="{BB962C8B-B14F-4D97-AF65-F5344CB8AC3E}">
        <p14:creationId xmlns:p14="http://schemas.microsoft.com/office/powerpoint/2010/main" val="386240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07FD17-0872-823D-0CEC-6863A075E761}"/>
              </a:ext>
            </a:extLst>
          </p:cNvPr>
          <p:cNvSpPr txBox="1"/>
          <p:nvPr/>
        </p:nvSpPr>
        <p:spPr>
          <a:xfrm>
            <a:off x="1164174" y="3236277"/>
            <a:ext cx="1350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/>
              <a:t>Type in Company name</a:t>
            </a:r>
          </a:p>
        </p:txBody>
      </p:sp>
      <p:pic>
        <p:nvPicPr>
          <p:cNvPr id="4" name="Graphic 3" descr="Magnifying glass with solid fill">
            <a:extLst>
              <a:ext uri="{FF2B5EF4-FFF2-40B4-BE49-F238E27FC236}">
                <a16:creationId xmlns:a16="http://schemas.microsoft.com/office/drawing/2014/main" id="{AE844F3C-ECFB-ADA5-EBBB-1F703D43CC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11160" y="2689033"/>
            <a:ext cx="739967" cy="739967"/>
          </a:xfrm>
          <a:prstGeom prst="rect">
            <a:avLst/>
          </a:prstGeom>
        </p:spPr>
      </p:pic>
      <p:pic>
        <p:nvPicPr>
          <p:cNvPr id="6" name="Graphic 5" descr="Hourglass Finished with solid fill">
            <a:extLst>
              <a:ext uri="{FF2B5EF4-FFF2-40B4-BE49-F238E27FC236}">
                <a16:creationId xmlns:a16="http://schemas.microsoft.com/office/drawing/2014/main" id="{2369ED2F-7484-5C94-8E4E-E8005089A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6086" y="2689033"/>
            <a:ext cx="739967" cy="7399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06A0CE-25F1-AC0B-7FD2-32A7B964FE41}"/>
              </a:ext>
            </a:extLst>
          </p:cNvPr>
          <p:cNvSpPr txBox="1"/>
          <p:nvPr/>
        </p:nvSpPr>
        <p:spPr>
          <a:xfrm>
            <a:off x="5101554" y="3449599"/>
            <a:ext cx="157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/>
              <a:t>Loading and summarizing</a:t>
            </a:r>
          </a:p>
        </p:txBody>
      </p:sp>
      <p:pic>
        <p:nvPicPr>
          <p:cNvPr id="8" name="Graphic 7" descr="Browser window outline">
            <a:extLst>
              <a:ext uri="{FF2B5EF4-FFF2-40B4-BE49-F238E27FC236}">
                <a16:creationId xmlns:a16="http://schemas.microsoft.com/office/drawing/2014/main" id="{A19A99B7-ED3B-B8A8-129F-329F5802AE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03028" y="2663467"/>
            <a:ext cx="739967" cy="7399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9E5A1D-6426-9DC5-201A-0F78DD7462EF}"/>
              </a:ext>
            </a:extLst>
          </p:cNvPr>
          <p:cNvSpPr txBox="1"/>
          <p:nvPr/>
        </p:nvSpPr>
        <p:spPr>
          <a:xfrm>
            <a:off x="6796131" y="3371886"/>
            <a:ext cx="135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/>
              <a:t>Display</a:t>
            </a:r>
          </a:p>
        </p:txBody>
      </p:sp>
      <p:pic>
        <p:nvPicPr>
          <p:cNvPr id="10" name="Graphic 9" descr="Swipe Gesture outline">
            <a:extLst>
              <a:ext uri="{FF2B5EF4-FFF2-40B4-BE49-F238E27FC236}">
                <a16:creationId xmlns:a16="http://schemas.microsoft.com/office/drawing/2014/main" id="{2351A13A-691E-780E-AFC1-C89B0D564D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6256" y="2695015"/>
            <a:ext cx="739967" cy="7399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6D6F74-74B7-76B5-C501-97697CCCE63D}"/>
              </a:ext>
            </a:extLst>
          </p:cNvPr>
          <p:cNvSpPr txBox="1"/>
          <p:nvPr/>
        </p:nvSpPr>
        <p:spPr>
          <a:xfrm>
            <a:off x="8451216" y="3403434"/>
            <a:ext cx="135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/>
              <a:t>Interaction</a:t>
            </a:r>
          </a:p>
        </p:txBody>
      </p:sp>
      <p:pic>
        <p:nvPicPr>
          <p:cNvPr id="14" name="Graphic 13" descr="Keyboard outline">
            <a:extLst>
              <a:ext uri="{FF2B5EF4-FFF2-40B4-BE49-F238E27FC236}">
                <a16:creationId xmlns:a16="http://schemas.microsoft.com/office/drawing/2014/main" id="{2B6723DF-AD55-0DCE-E515-21E7E7521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7710" y="2514600"/>
            <a:ext cx="914400" cy="914400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E6070CD8-4FD9-06B4-7691-A954474A00F0}"/>
              </a:ext>
            </a:extLst>
          </p:cNvPr>
          <p:cNvSpPr/>
          <p:nvPr/>
        </p:nvSpPr>
        <p:spPr>
          <a:xfrm>
            <a:off x="2617694" y="3025179"/>
            <a:ext cx="537882" cy="2110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8278DEDC-75F0-CFA7-11E4-2737B2EADACD}"/>
              </a:ext>
            </a:extLst>
          </p:cNvPr>
          <p:cNvSpPr/>
          <p:nvPr/>
        </p:nvSpPr>
        <p:spPr>
          <a:xfrm>
            <a:off x="4556165" y="3033450"/>
            <a:ext cx="537882" cy="2110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1791E697-CD60-FD70-0DD2-A69AB8F3E21E}"/>
              </a:ext>
            </a:extLst>
          </p:cNvPr>
          <p:cNvSpPr/>
          <p:nvPr/>
        </p:nvSpPr>
        <p:spPr>
          <a:xfrm>
            <a:off x="6343032" y="3025179"/>
            <a:ext cx="537882" cy="2110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8527E1E4-32F6-E8E8-9412-92C603C36B39}"/>
              </a:ext>
            </a:extLst>
          </p:cNvPr>
          <p:cNvSpPr/>
          <p:nvPr/>
        </p:nvSpPr>
        <p:spPr>
          <a:xfrm>
            <a:off x="8119029" y="2985246"/>
            <a:ext cx="537882" cy="24438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F6BF64-8BED-CF5F-DEC7-AA2C45FEC5CF}"/>
              </a:ext>
            </a:extLst>
          </p:cNvPr>
          <p:cNvSpPr txBox="1"/>
          <p:nvPr/>
        </p:nvSpPr>
        <p:spPr>
          <a:xfrm>
            <a:off x="3042238" y="3449600"/>
            <a:ext cx="1754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/>
              <a:t>Crawl News</a:t>
            </a:r>
          </a:p>
          <a:p>
            <a:r>
              <a:rPr lang="en-US" dirty="0"/>
              <a:t>W</a:t>
            </a:r>
            <a:r>
              <a:rPr lang="en-TW" dirty="0"/>
              <a:t>ith company name</a:t>
            </a:r>
          </a:p>
        </p:txBody>
      </p:sp>
    </p:spTree>
    <p:extLst>
      <p:ext uri="{BB962C8B-B14F-4D97-AF65-F5344CB8AC3E}">
        <p14:creationId xmlns:p14="http://schemas.microsoft.com/office/powerpoint/2010/main" val="24618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63</Words>
  <Application>Microsoft Macintosh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Yu-Hung Kung</dc:creator>
  <cp:lastModifiedBy>Yu-Hung Kung</cp:lastModifiedBy>
  <cp:revision>1</cp:revision>
  <dcterms:created xsi:type="dcterms:W3CDTF">2026-04-27T09:28:32Z</dcterms:created>
  <dcterms:modified xsi:type="dcterms:W3CDTF">2026-04-27T09:36:34Z</dcterms:modified>
</cp:coreProperties>
</file>